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Applications in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Study</a:t>
            </a:r>
          </a:p>
          <a:p>
            <a:r>
              <a:t>Transformer Architecture Evaluation</a:t>
            </a:r>
          </a:p>
          <a:p>
            <a:r>
              <a:t>BERT, GPT-3, and T5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comparative performance of transformer models</a:t>
            </a:r>
          </a:p>
          <a:p>
            <a:pPr lvl="1"/>
            <a:r>
              <a:t>Analyze fine-tuning strategies for optimal results</a:t>
            </a:r>
          </a:p>
          <a:p>
            <a:pPr lvl="1"/>
            <a:r>
              <a:t>Investigate computational efficiency trade-offs</a:t>
            </a:r>
          </a:p>
          <a:p>
            <a:pPr lvl="1"/>
            <a:r>
              <a:t>Propose optimization strategies for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Configuration</a:t>
            </a:r>
          </a:p>
          <a:p>
            <a:pPr lvl="1"/>
            <a:r>
              <a:t>NVIDIA A100 GPUs (80GB VRAM)</a:t>
            </a:r>
          </a:p>
          <a:p>
            <a:pPr lvl="1"/>
            <a:r>
              <a:t>PyTorch 1.12, Transformers 4.21, CUDA 11.7</a:t>
            </a:r>
          </a:p>
          <a:p>
            <a:pPr lvl="1"/>
            <a:r>
              <a:t>Training Time: 240 hours total</a:t>
            </a:r>
          </a:p>
          <a:p>
            <a:pPr lvl="1"/>
            <a:r>
              <a:t>Evaluation Metrics: F1 Score, BLEU, ROUGE,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BERT-Large: 340M parameters, 24 layers, 1024 hidden units</a:t>
            </a:r>
          </a:p>
          <a:p>
            <a:pPr/>
            <a:r>
              <a:t>GPT-3: 175B parameters, 96 layers, 12,288 hidden units</a:t>
            </a:r>
          </a:p>
          <a:p>
            <a:pPr/>
            <a:r>
              <a:t>T5-Large: 770M parameters, 24 layers, 1024 hidden 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BERT-Large: 94.2% accuracy, 45ms inference</a:t>
            </a:r>
          </a:p>
          <a:p>
            <a:pPr/>
            <a:r>
              <a:t>T5-Large: 93.5% accuracy, 67ms inference</a:t>
            </a:r>
          </a:p>
          <a:p>
            <a:pPr/>
            <a:r>
              <a:t>GPT-3: 91.8% accuracy, 120ms inference</a:t>
            </a:r>
          </a:p>
          <a:p>
            <a:pPr lvl="1"/>
            <a:r>
              <a:t>BERT demonstrates optimal balance of performance and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Task-Specific Performance</a:t>
            </a:r>
          </a:p>
          <a:p>
            <a:pPr lvl="1"/>
            <a:r>
              <a:t>BERT excels in understanding tasks</a:t>
            </a:r>
          </a:p>
          <a:p>
            <a:pPr lvl="1"/>
            <a:r>
              <a:t>GPT-3 superior for generation tasks</a:t>
            </a:r>
          </a:p>
          <a:p>
            <a:pPr lvl="1"/>
            <a:r>
              <a:t>T5 optimal for text-to-text scenarios</a:t>
            </a:r>
          </a:p>
          <a:p>
            <a:pPr/>
            <a:r>
              <a:t>Fine-tuning Impact: 8-15% performance improvement</a:t>
            </a:r>
          </a:p>
          <a:p>
            <a:pPr/>
            <a:r>
              <a:t>Hybrid approaches show 12-15%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Investigation of newer architectures (PaLM, LaMDA, ChatGPT)</a:t>
            </a:r>
          </a:p>
          <a:p>
            <a:pPr/>
            <a:r>
              <a:t>Domain-specific model adaptation strategies</a:t>
            </a:r>
          </a:p>
          <a:p>
            <a:pPr/>
            <a:r>
              <a:t>Environmental impact analysis of large language models</a:t>
            </a:r>
          </a:p>
          <a:p>
            <a:pPr/>
            <a:r>
              <a:t>Development of efficient inference optimization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